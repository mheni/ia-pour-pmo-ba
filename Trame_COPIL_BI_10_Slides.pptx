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Nom du projet, COPIL, date, chef de projet et date d’état. Vérifier : Ne pas confondre période analysée et date de réunion.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État global, trois messages clés, alertes et tendance. Vérifier : Trois messages, pas un inventaire.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Avancement planifié / validé pondéré, trois jalons significatifs. Vérifier : Séparer dates réelles et dates prévisionnelles.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PV, EV, SV, SPI et implication de management. Vérifier : SV en euros, pas en jours.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BAC, AC, EV, CV, CPI et conséquence financière. Vérifier : AC/BAC ne suffit pas pour conclure sur la performance.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Livrables validés, anomalies, couverture de tests, CR01. Vérifier : Ne pas considérer les trois dashboards comme acceptés.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Deux risques majeurs et un problème avéré, impacts et réponses. Vérifier : Ne pas attribuer une probabilité à un problème déjà réalisé.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Trois actions prioritaires, responsable, échéance, priorité, statut. Vérifier : Conserver des noms de rôles et preuves.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D1/D2/D3 : demande, options, recommandation, impact. Vérifier : Une recommandation n’est pas une décision approuvée.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Trame sans corrigé. Résultat attendu sous conditions, engagements et prochain COPIL. Vérifier : Pas de garantie de rattrapage sans simulation. Utiliser le brief approuvé ; ne pas considérer ces consignes comme une analyse finalisée.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Page de garde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Nom du projet, COPIL, date, chef de projet et date d’état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Ne pas confondre période analysée et date de réunion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État global, trois messages clés, alertes et tendance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Trois messages, pas un inventaire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Avancement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Avancement planifié / validé pondéré, trois jalons significatifs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Séparer dates réelles et dates prévisionnelles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Performance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PV, EV, SV, SPI et implication de management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SV en euros, pas en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Performance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BAC, AC, EV, CV, CPI et conséquence financière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AC/BAC ne suffit pas pour conclure sur la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Périmètre /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Livrables validés, anomalies, couverture de tests, CR01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Ne pas considérer les trois dashboards comme acceptés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Risques et problèmes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Deux risques majeurs et un problème avéré, impacts et réponses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Ne pas attribuer une probabilité à un problème déjà réalisé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Plan d’actions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Trois actions prioritaires, responsable, échéance, priorité, statut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Conserver des noms de rôles et preuves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Décisions attendues du COPIL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D1/D2/D3 : demande, options, recommandation, impact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Une recommandation n’est pas une décision approuvée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Conclusion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800">
                <a:solidFill>
                  <a:srgbClr val="424E5E"/>
                </a:solidFill>
              </a:defRPr>
            </a:pPr>
            <a:r>
              <a:t>CONTENU À COMPLÉTER AVEC LES DONNÉES VÉRIFIÉES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Résultat attendu sous conditions, engagements et prochain COPIL</a:t>
            </a:r>
          </a:p>
          <a:p>
            <a:pPr>
              <a:spcAft>
                <a:spcPts val="2200"/>
              </a:spcAft>
              <a:defRPr sz="2200">
                <a:solidFill>
                  <a:srgbClr val="424E5E"/>
                </a:solidFill>
              </a:defRPr>
            </a:pPr>
            <a:r>
              <a:t>Contrôle : Pas de garantie de rattrapage sans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NOVALIS BI — Trame pédagogique | COPIL 07/10/2026 | Données au 30/09/2026 |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